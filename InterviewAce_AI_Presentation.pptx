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  <a:latin typeface="Arial"/>
              </a:defRPr>
            </a:pPr>
            <a:r>
              <a:t>InterviewAce AI</a:t>
            </a:r>
          </a:p>
          <a:p>
            <a:pPr algn="ctr">
              <a:defRPr sz="2200">
                <a:solidFill>
                  <a:srgbClr val="6366F1"/>
                </a:solidFill>
                <a:latin typeface="Arial"/>
              </a:defRPr>
            </a:pPr>
            <a:r>
              <a:t>AI-Powered Interview Trainer Agent using IBM watsonx.ai</a:t>
            </a:r>
          </a:p>
          <a:p>
            <a:br/>
            <a:pPr algn="ctr">
              <a:defRPr sz="1600">
                <a:solidFill>
                  <a:srgbClr val="94A3B8"/>
                </a:solidFill>
                <a:latin typeface="Arial"/>
              </a:defRPr>
            </a:pPr>
            <a:r>
              <a:t>Internship Submission Project | Powered by IBM Granite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Traditional interview preparation is passive (reading Q&amp;A lists) rather than interactive.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Candidates lack access to instantaneous, quality, expert-level feedback on their explanations.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Hiring a human coach or mentor is highly expensive and not scalable for many job seekers.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Problem Statement No. 22: 'Interview Trainer Agent' - requires an automated, AI-powered agent to mock-interview candidates and grade them objectively.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Existing System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Static Websites: Offer standard list of popular questions without personalized evaluation.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Peer-to-Peer Mocks: Hard to schedule, highly subjective, and dependent on the peer's own level of expertise.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Lack of Scoring: Manual revision does not provide quantitative metrics or granular analysis (strengths vs. weaknesses).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High Inertia: Traditional simulators are expensive, hard to configure, and fail to adapt to specialized job roles (e.g., UX, Data Science) or experience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Proposed Solution: InterviewAce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Interactive Interview Simulation: Tailored specifically to the chosen Job Role and Experience Level.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State-of-the-Art LLM Integration: Uses IBM watsonx.ai running the Granite model for context-aware questions and evaluation.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Granular Scoring Engine: Assigns an objective score (0-10) based on answer completeness, terminology, and structure.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Actionable Feedback: Highlights explicit strengths and weaknesses, alongside a comprehensive suggested answer to aid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1. Streamlit Frontend UI: Interactive dashboard for choosing configuration and typing answers.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2. State Manager (Session State): Coordinates history tracker, active questions, and results.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3. Prompt Builder: Interlaces parameters (Role, Experience, Answer) into specialized prompt templates.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4. IBM watsonx.ai Engine: Connects securely via the official Python SDK to process prompts.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5. Granite Model (ibm/granite-3-0-8b-instruct): Evaluates responses and generates next questions.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6. Output Parser: Translates LLM results into JSON formats displayed dynamically as cards on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1. Configuration: Candidate selects Job Role (e.g., Software Engineer) and Experience Level (e.g., Fresher).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2. Generate Question: App fetches a customized technical or behavioral question from IBM watsonx.ai.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3. Answer Submission: Candidate reads the question, drafts their response, and clicks 'Evaluate Answer'.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4. AI Evaluation: The answer is sent alongside context to IBM Granite to extract a score and specific bullet points.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5. Dashboard Display: UI updates instantly with visual score cards, strengths, weaknesses, and a suggested model answer.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6. Next Question: Candidate clicks 'Next Question' to proceed; session state stores performance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Frontend Framework: Streamlit (Python-based interactive web framework)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AI Platform: IBM watsonx.ai (Model Inference Client)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Foundation LLM: IBM Granite Model (ibm/granite-3-0-8b-instruct)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Configuration: python-dotenv (Secure environment variable management)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Deployment: Streamlit Community Cloud (Instant hosting &amp; live demo linkage)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Version Control: GitHub (Collaborative source repository)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UI/UX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Premium Dark Theme: Custom CSS styling with slate, indigo, and emerald green accent panels.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Response Dashboard: Clean layouts splitting AI Score, Strengths (success indicator), and Weaknesses (alert indicator).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API Indicator Badge: Visual notification showing 'IBM watsonx.ai (Active)' or 'Sandbox Mode (Fallback)'.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Progressive Progression: Easy navigation via responsive CTA buttons ('Evaluate Answer', 'Next Question').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Resume Upload Integration: Parse candidate resumes to generate personalized, hyper-focused interview questions.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Voice Interviewing: Integrate WebRTC / speech-to-text to capture spoken answers, analyzing tone and pacing.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Company-Specific Mocking: Allow users to specify target companies (e.g., Google, IBM, Amazon) for tailored questions.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ATS Resume Analyzer: Direct feedback on resumes matching the job description to optimize profile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  <a:latin typeface="Arial"/>
              </a:defRPr>
            </a:pPr>
            <a:r>
              <a:t>Conclusion &amp; 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Accessibility: Democratizes interview preparation for students and freshers worldwide at zero cost.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Scalability: Can be easily expanded to support dozens of roles, voice processing, and real-time coding pads.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Professional Pitch: Satisfies the mandatory IBM Cloud usage requirements with a deployment-ready codebase, live linkage, and solid architecture.</a:t>
            </a:r>
          </a:p>
          <a:p>
            <a:pPr lvl="1">
              <a:spcAft>
                <a:spcPts val="15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• Repository Linkage: Complete submission package includes clean open-source code on GitHub with comprehensive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